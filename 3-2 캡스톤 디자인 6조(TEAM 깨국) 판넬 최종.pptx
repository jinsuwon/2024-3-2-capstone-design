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handoutMasterIdLst>
    <p:handoutMasterId r:id="rId3"/>
  </p:handoutMasterIdLst>
  <p:sldIdLst>
    <p:sldId id="257" r:id="rId2"/>
  </p:sldIdLst>
  <p:sldSz cx="21386800" cy="30279975"/>
  <p:notesSz cx="6858000" cy="9144000"/>
  <p:defaultTextStyle>
    <a:defPPr>
      <a:defRPr lang="ko-KR"/>
    </a:defPPr>
    <a:lvl1pPr algn="ctr" rtl="0" fontAlgn="base" latinLnBrk="1">
      <a:lnSpc>
        <a:spcPct val="160000"/>
      </a:lnSpc>
      <a:spcBef>
        <a:spcPct val="50000"/>
      </a:spcBef>
      <a:spcAft>
        <a:spcPct val="0"/>
      </a:spcAft>
      <a:buClr>
        <a:srgbClr val="00CCFF"/>
      </a:buClr>
      <a:buFont typeface="Wingdings"/>
      <a:defRPr kumimoji="1" sz="1400" b="1" kern="1200">
        <a:solidFill>
          <a:schemeClr val="tx1"/>
        </a:solidFill>
        <a:latin typeface="굴림"/>
        <a:ea typeface="굴림"/>
        <a:cs typeface="+mn-cs"/>
      </a:defRPr>
    </a:lvl1pPr>
    <a:lvl2pPr marL="457200" algn="ctr" rtl="0" fontAlgn="base" latinLnBrk="1">
      <a:lnSpc>
        <a:spcPct val="160000"/>
      </a:lnSpc>
      <a:spcBef>
        <a:spcPct val="50000"/>
      </a:spcBef>
      <a:spcAft>
        <a:spcPct val="0"/>
      </a:spcAft>
      <a:buClr>
        <a:srgbClr val="00CCFF"/>
      </a:buClr>
      <a:buFont typeface="Wingdings"/>
      <a:defRPr kumimoji="1" sz="1400" b="1" kern="1200">
        <a:solidFill>
          <a:schemeClr val="tx1"/>
        </a:solidFill>
        <a:latin typeface="굴림"/>
        <a:ea typeface="굴림"/>
        <a:cs typeface="+mn-cs"/>
      </a:defRPr>
    </a:lvl2pPr>
    <a:lvl3pPr marL="914400" algn="ctr" rtl="0" fontAlgn="base" latinLnBrk="1">
      <a:lnSpc>
        <a:spcPct val="160000"/>
      </a:lnSpc>
      <a:spcBef>
        <a:spcPct val="50000"/>
      </a:spcBef>
      <a:spcAft>
        <a:spcPct val="0"/>
      </a:spcAft>
      <a:buClr>
        <a:srgbClr val="00CCFF"/>
      </a:buClr>
      <a:buFont typeface="Wingdings"/>
      <a:defRPr kumimoji="1" sz="1400" b="1" kern="1200">
        <a:solidFill>
          <a:schemeClr val="tx1"/>
        </a:solidFill>
        <a:latin typeface="굴림"/>
        <a:ea typeface="굴림"/>
        <a:cs typeface="+mn-cs"/>
      </a:defRPr>
    </a:lvl3pPr>
    <a:lvl4pPr marL="1371600" algn="ctr" rtl="0" fontAlgn="base" latinLnBrk="1">
      <a:lnSpc>
        <a:spcPct val="160000"/>
      </a:lnSpc>
      <a:spcBef>
        <a:spcPct val="50000"/>
      </a:spcBef>
      <a:spcAft>
        <a:spcPct val="0"/>
      </a:spcAft>
      <a:buClr>
        <a:srgbClr val="00CCFF"/>
      </a:buClr>
      <a:buFont typeface="Wingdings"/>
      <a:defRPr kumimoji="1" sz="1400" b="1" kern="1200">
        <a:solidFill>
          <a:schemeClr val="tx1"/>
        </a:solidFill>
        <a:latin typeface="굴림"/>
        <a:ea typeface="굴림"/>
        <a:cs typeface="+mn-cs"/>
      </a:defRPr>
    </a:lvl4pPr>
    <a:lvl5pPr marL="1828800" algn="ctr" rtl="0" fontAlgn="base" latinLnBrk="1">
      <a:lnSpc>
        <a:spcPct val="160000"/>
      </a:lnSpc>
      <a:spcBef>
        <a:spcPct val="50000"/>
      </a:spcBef>
      <a:spcAft>
        <a:spcPct val="0"/>
      </a:spcAft>
      <a:buClr>
        <a:srgbClr val="00CCFF"/>
      </a:buClr>
      <a:buFont typeface="Wingdings"/>
      <a:defRPr kumimoji="1" sz="1400" b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sz="1400" b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sz="1400" b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sz="1400" b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sz="1400" b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535">
          <p15:clr>
            <a:srgbClr val="A4A3A4"/>
          </p15:clr>
        </p15:guide>
        <p15:guide id="2" pos="673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DB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23298" autoAdjust="0"/>
    <p:restoredTop sz="99676" autoAdjust="0"/>
  </p:normalViewPr>
  <p:slideViewPr>
    <p:cSldViewPr>
      <p:cViewPr varScale="1">
        <p:scale>
          <a:sx n="25" d="100"/>
          <a:sy n="25" d="100"/>
        </p:scale>
        <p:origin x="3120" y="56"/>
      </p:cViewPr>
      <p:guideLst>
        <p:guide orient="horz" pos="9535"/>
        <p:guide pos="673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026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HY헤드라인M"/>
                <a:ea typeface="HY헤드라인M"/>
              </a:defRPr>
            </a:lvl1pPr>
          </a:lstStyle>
          <a:p>
            <a:pPr lvl="0"/>
            <a:endParaRPr lang="en-US" altLang="ko-KR"/>
          </a:p>
        </p:txBody>
      </p:sp>
      <p:sp>
        <p:nvSpPr>
          <p:cNvPr id="8195" name="Rectangle 1027"/>
          <p:cNvSpPr>
            <a:spLocks noGrp="1" noChangeArrowheads="1"/>
          </p:cNvSpPr>
          <p:nvPr>
            <p:ph type="dt" sz="quarter" idx="1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HY헤드라인M"/>
                <a:ea typeface="HY헤드라인M"/>
              </a:defRPr>
            </a:lvl1pPr>
          </a:lstStyle>
          <a:p>
            <a:pPr lvl="0"/>
            <a:endParaRPr lang="en-US" altLang="ko-KR"/>
          </a:p>
        </p:txBody>
      </p:sp>
      <p:sp>
        <p:nvSpPr>
          <p:cNvPr id="8196" name="Rectangle 1028"/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HY헤드라인M"/>
                <a:ea typeface="HY헤드라인M"/>
              </a:defRPr>
            </a:lvl1pPr>
          </a:lstStyle>
          <a:p>
            <a:pPr lvl="0"/>
            <a:endParaRPr lang="en-US" altLang="ko-KR"/>
          </a:p>
        </p:txBody>
      </p:sp>
      <p:sp>
        <p:nvSpPr>
          <p:cNvPr id="8197" name="Rectangle 1029"/>
          <p:cNvSpPr>
            <a:spLocks noGrp="1" noChangeArrowheads="1"/>
          </p:cNvSpPr>
          <p:nvPr>
            <p:ph type="sldNum" sz="quarter" idx="3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HY헤드라인M"/>
                <a:ea typeface="HY헤드라인M"/>
              </a:defRPr>
            </a:lvl1pPr>
          </a:lstStyle>
          <a:p>
            <a:pPr lvl="0"/>
            <a:fld id="{692BB173-A1C9-499C-A95C-6AAFB9D473C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534716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673350" y="4956175"/>
            <a:ext cx="16040100" cy="105410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673350" y="15903575"/>
            <a:ext cx="16040100" cy="73104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BA4BE2-463F-4EE9-9A69-3F91201098B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17728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A3F247-2721-4B56-8B9A-60D22DA0B99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48938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458913" y="7548563"/>
            <a:ext cx="18446750" cy="1259681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458913" y="20264438"/>
            <a:ext cx="18446750" cy="6623050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C72FBF-6B0D-45C5-859B-ED5DC5BF3DD4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45193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068388" y="7064375"/>
            <a:ext cx="9548812" cy="199850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0769600" y="7064375"/>
            <a:ext cx="9548813" cy="199850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B38A18-6CBA-4AE2-8E09-111E36B6CEF7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88558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473200" y="1612900"/>
            <a:ext cx="18446750" cy="58515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473200" y="7423150"/>
            <a:ext cx="9047163" cy="36369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473200" y="11060113"/>
            <a:ext cx="9047163" cy="162687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10826750" y="7423150"/>
            <a:ext cx="9093200" cy="36369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10826750" y="11060113"/>
            <a:ext cx="9093200" cy="162687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7F81BD-2D30-4C91-876B-C1CD0BB9F37C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66400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92EF9D-5651-4BEF-8BDD-E8FB1B2BFA2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80770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B07D68-668E-4D94-BCFE-ACD7265D235C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95906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473200" y="2019300"/>
            <a:ext cx="6897688" cy="70643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091613" y="4359275"/>
            <a:ext cx="10828337" cy="21518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473200" y="9083675"/>
            <a:ext cx="6897688" cy="1682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157F08-4C6E-4AF2-8DDC-B1D31B36208C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5501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473200" y="2019300"/>
            <a:ext cx="6897688" cy="70643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9091613" y="4359275"/>
            <a:ext cx="10828337" cy="215185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473200" y="9083675"/>
            <a:ext cx="6897688" cy="1682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6086D6-CD8F-4143-A30F-47805568BC11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05836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7B7C48-6A02-491E-8D03-FE32A2E31A09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80141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15506700" y="1214438"/>
            <a:ext cx="4811713" cy="258349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068388" y="1214438"/>
            <a:ext cx="14285912" cy="258349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7B5E21-70FD-4034-A99E-9E280EEE40D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4709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68388" y="1214438"/>
            <a:ext cx="19250025" cy="5046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9660" tIns="139831" rIns="279660" bIns="13983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68388" y="7064375"/>
            <a:ext cx="19250025" cy="19985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9660" tIns="139831" rIns="279660" bIns="1398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68388" y="27574875"/>
            <a:ext cx="4991100" cy="2103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9660" tIns="139831" rIns="279660" bIns="139831" numCol="1" anchor="t" anchorCtr="0" compatLnSpc="1">
            <a:prstTxWarp prst="textNoShape">
              <a:avLst/>
            </a:prstTxWarp>
          </a:bodyPr>
          <a:lstStyle>
            <a:lvl1pPr algn="l" defTabSz="2795588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4300" b="0"/>
            </a:lvl1pPr>
          </a:lstStyle>
          <a:p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307263" y="27574875"/>
            <a:ext cx="6773862" cy="2103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9660" tIns="139831" rIns="279660" bIns="139831" numCol="1" anchor="t" anchorCtr="0" compatLnSpc="1">
            <a:prstTxWarp prst="textNoShape">
              <a:avLst/>
            </a:prstTxWarp>
          </a:bodyPr>
          <a:lstStyle>
            <a:lvl1pPr defTabSz="2795588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4300" b="0"/>
            </a:lvl1pPr>
          </a:lstStyle>
          <a:p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5327313" y="27574875"/>
            <a:ext cx="4991100" cy="2103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9660" tIns="139831" rIns="279660" bIns="139831" numCol="1" anchor="t" anchorCtr="0" compatLnSpc="1">
            <a:prstTxWarp prst="textNoShape">
              <a:avLst/>
            </a:prstTxWarp>
          </a:bodyPr>
          <a:lstStyle>
            <a:lvl1pPr algn="r" defTabSz="2795588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4300" b="0"/>
            </a:lvl1pPr>
          </a:lstStyle>
          <a:p>
            <a:fld id="{C2180411-2EE5-4F28-8282-AB346677F01F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2795588" rtl="0" fontAlgn="base" latinLnBrk="1">
        <a:spcBef>
          <a:spcPct val="0"/>
        </a:spcBef>
        <a:spcAft>
          <a:spcPct val="0"/>
        </a:spcAft>
        <a:defRPr kumimoji="1" sz="135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defTabSz="2795588" rtl="0" fontAlgn="base" latinLnBrk="1">
        <a:spcBef>
          <a:spcPct val="0"/>
        </a:spcBef>
        <a:spcAft>
          <a:spcPct val="0"/>
        </a:spcAft>
        <a:defRPr kumimoji="1" sz="135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2pPr>
      <a:lvl3pPr algn="ctr" defTabSz="2795588" rtl="0" fontAlgn="base" latinLnBrk="1">
        <a:spcBef>
          <a:spcPct val="0"/>
        </a:spcBef>
        <a:spcAft>
          <a:spcPct val="0"/>
        </a:spcAft>
        <a:defRPr kumimoji="1" sz="135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3pPr>
      <a:lvl4pPr algn="ctr" defTabSz="2795588" rtl="0" fontAlgn="base" latinLnBrk="1">
        <a:spcBef>
          <a:spcPct val="0"/>
        </a:spcBef>
        <a:spcAft>
          <a:spcPct val="0"/>
        </a:spcAft>
        <a:defRPr kumimoji="1" sz="135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4pPr>
      <a:lvl5pPr algn="ctr" defTabSz="2795588" rtl="0" fontAlgn="base" latinLnBrk="1">
        <a:spcBef>
          <a:spcPct val="0"/>
        </a:spcBef>
        <a:spcAft>
          <a:spcPct val="0"/>
        </a:spcAft>
        <a:defRPr kumimoji="1" sz="135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5pPr>
      <a:lvl6pPr marL="457200" algn="ctr" defTabSz="2795588" rtl="0" fontAlgn="base" latinLnBrk="1">
        <a:spcBef>
          <a:spcPct val="0"/>
        </a:spcBef>
        <a:spcAft>
          <a:spcPct val="0"/>
        </a:spcAft>
        <a:defRPr kumimoji="1" sz="135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6pPr>
      <a:lvl7pPr marL="914400" algn="ctr" defTabSz="2795588" rtl="0" fontAlgn="base" latinLnBrk="1">
        <a:spcBef>
          <a:spcPct val="0"/>
        </a:spcBef>
        <a:spcAft>
          <a:spcPct val="0"/>
        </a:spcAft>
        <a:defRPr kumimoji="1" sz="135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7pPr>
      <a:lvl8pPr marL="1371600" algn="ctr" defTabSz="2795588" rtl="0" fontAlgn="base" latinLnBrk="1">
        <a:spcBef>
          <a:spcPct val="0"/>
        </a:spcBef>
        <a:spcAft>
          <a:spcPct val="0"/>
        </a:spcAft>
        <a:defRPr kumimoji="1" sz="135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8pPr>
      <a:lvl9pPr marL="1828800" algn="ctr" defTabSz="2795588" rtl="0" fontAlgn="base" latinLnBrk="1">
        <a:spcBef>
          <a:spcPct val="0"/>
        </a:spcBef>
        <a:spcAft>
          <a:spcPct val="0"/>
        </a:spcAft>
        <a:defRPr kumimoji="1" sz="135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9pPr>
    </p:titleStyle>
    <p:bodyStyle>
      <a:lvl1pPr marL="1047750" indent="-1047750" algn="l" defTabSz="2795588" rtl="0" fontAlgn="base" latinLnBrk="1">
        <a:spcBef>
          <a:spcPct val="20000"/>
        </a:spcBef>
        <a:spcAft>
          <a:spcPct val="0"/>
        </a:spcAft>
        <a:buChar char="•"/>
        <a:defRPr kumimoji="1" sz="9800" kern="1200">
          <a:solidFill>
            <a:schemeClr val="tx1"/>
          </a:solidFill>
          <a:latin typeface="+mn-lt"/>
          <a:ea typeface="+mn-ea"/>
          <a:cs typeface="+mn-cs"/>
        </a:defRPr>
      </a:lvl1pPr>
      <a:lvl2pPr marL="2271713" indent="-873125" algn="l" defTabSz="2795588" rtl="0" fontAlgn="base" latinLnBrk="1">
        <a:spcBef>
          <a:spcPct val="20000"/>
        </a:spcBef>
        <a:spcAft>
          <a:spcPct val="0"/>
        </a:spcAft>
        <a:buChar char="–"/>
        <a:defRPr kumimoji="1" sz="8500" kern="1200">
          <a:solidFill>
            <a:schemeClr val="tx1"/>
          </a:solidFill>
          <a:latin typeface="+mn-lt"/>
          <a:ea typeface="+mn-ea"/>
          <a:cs typeface="+mn-cs"/>
        </a:defRPr>
      </a:lvl2pPr>
      <a:lvl3pPr marL="3495675" indent="-700088" algn="l" defTabSz="2795588" rtl="0" fontAlgn="base" latinLnBrk="1">
        <a:spcBef>
          <a:spcPct val="20000"/>
        </a:spcBef>
        <a:spcAft>
          <a:spcPct val="0"/>
        </a:spcAft>
        <a:buChar char="•"/>
        <a:defRPr kumimoji="1" sz="7400" kern="1200">
          <a:solidFill>
            <a:schemeClr val="tx1"/>
          </a:solidFill>
          <a:latin typeface="+mn-lt"/>
          <a:ea typeface="+mn-ea"/>
          <a:cs typeface="+mn-cs"/>
        </a:defRPr>
      </a:lvl3pPr>
      <a:lvl4pPr marL="4894263" indent="-698500" algn="l" defTabSz="2795588" rtl="0" fontAlgn="base" latinLnBrk="1">
        <a:spcBef>
          <a:spcPct val="20000"/>
        </a:spcBef>
        <a:spcAft>
          <a:spcPct val="0"/>
        </a:spcAft>
        <a:buChar char="–"/>
        <a:defRPr kumimoji="1" sz="6100" kern="1200">
          <a:solidFill>
            <a:schemeClr val="tx1"/>
          </a:solidFill>
          <a:latin typeface="+mn-lt"/>
          <a:ea typeface="+mn-ea"/>
          <a:cs typeface="+mn-cs"/>
        </a:defRPr>
      </a:lvl4pPr>
      <a:lvl5pPr marL="6291263" indent="-696913" algn="l" defTabSz="2795588" rtl="0" fontAlgn="base" latinLnBrk="1">
        <a:spcBef>
          <a:spcPct val="20000"/>
        </a:spcBef>
        <a:spcAft>
          <a:spcPct val="0"/>
        </a:spcAft>
        <a:buChar char="»"/>
        <a:defRPr kumimoji="1" sz="6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8" name="Rectangle 352"/>
          <p:cNvSpPr>
            <a:spLocks noChangeArrowheads="1"/>
          </p:cNvSpPr>
          <p:nvPr/>
        </p:nvSpPr>
        <p:spPr>
          <a:xfrm>
            <a:off x="11136218" y="25507231"/>
            <a:ext cx="9874449" cy="4589951"/>
          </a:xfrm>
          <a:prstGeom prst="rect">
            <a:avLst/>
          </a:prstGeom>
          <a:noFill/>
          <a:ln w="9525" cap="flat" cmpd="sng" algn="ctr">
            <a:solidFill>
              <a:srgbClr val="E5DBEF"/>
            </a:solidFill>
            <a:prstDash val="solid"/>
            <a:round/>
            <a:headEnd w="med" len="med"/>
            <a:tailEnd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lIns="295200" tIns="147600" rIns="295200" bIns="147600">
            <a:flatTx/>
          </a:bodyPr>
          <a:lstStyle/>
          <a:p>
            <a:pPr marL="457200" marR="0" indent="-457200" algn="just" fontAlgn="base" latinLnBrk="1">
              <a:lnSpc>
                <a:spcPct val="160000"/>
              </a:lnSpc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l"/>
            </a:pPr>
            <a:r>
              <a:rPr lang="ko-KR" altLang="en-US" sz="2700" kern="100" spc="0" dirty="0">
                <a:solidFill>
                  <a:srgbClr val="000000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화장실 이용자들이 휴지 부족으로 인한 불편을 겪지 않도록 함으로써 공공 서비스 만족도를 향상시킬 수 있음</a:t>
            </a:r>
            <a:endParaRPr lang="ko-KR" altLang="en-US" sz="27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457200" marR="0" indent="-457200" algn="just" fontAlgn="base" latinLnBrk="1">
              <a:lnSpc>
                <a:spcPct val="160000"/>
              </a:lnSpc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l"/>
            </a:pPr>
            <a:r>
              <a:rPr lang="ko-KR" altLang="en-US" sz="2700" kern="100" spc="0" dirty="0">
                <a:solidFill>
                  <a:srgbClr val="000000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다수의 사로별 휴지 잔량을 어플로 표시하여 관리의 용이성을 </a:t>
            </a:r>
            <a:r>
              <a:rPr lang="ko-KR" altLang="en-US" sz="2700" kern="100" spc="0" dirty="0" err="1">
                <a:solidFill>
                  <a:srgbClr val="000000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증대시킬수</a:t>
            </a:r>
            <a:r>
              <a:rPr lang="ko-KR" altLang="en-US" sz="2700" kern="100" spc="0" dirty="0">
                <a:solidFill>
                  <a:srgbClr val="000000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있음</a:t>
            </a:r>
            <a:endParaRPr lang="ko-KR" altLang="en-US" sz="27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457200" marR="0" indent="-457200" algn="just" fontAlgn="base" latinLnBrk="1">
              <a:lnSpc>
                <a:spcPct val="160000"/>
              </a:lnSpc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l"/>
            </a:pPr>
            <a:r>
              <a:rPr lang="ko-KR" altLang="en-US" sz="2700" kern="100" spc="0" dirty="0">
                <a:solidFill>
                  <a:srgbClr val="000000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알람 횟수를 통해 휴지 사용량을 파악하여 자주 사용되는 사로의 관리를 강화할 수 있음</a:t>
            </a:r>
            <a:endParaRPr lang="ko-KR" altLang="en-US" sz="27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457200" lvl="0" indent="-457200">
              <a:buFont typeface="Wingdings" panose="05000000000000000000" pitchFamily="2" charset="2"/>
              <a:buChar char="l"/>
              <a:defRPr/>
            </a:pPr>
            <a:endParaRPr lang="en-US" altLang="ko-KR" sz="2700" dirty="0">
              <a:effectLst>
                <a:outerShdw blurRad="38100" dist="38100" dir="2700000" algn="tl">
                  <a:srgbClr val="FFFFFF"/>
                </a:outerShdw>
              </a:effectLst>
              <a:latin typeface="HY헤드라인M"/>
              <a:ea typeface="HY헤드라인M"/>
            </a:endParaRPr>
          </a:p>
        </p:txBody>
      </p:sp>
      <p:sp>
        <p:nvSpPr>
          <p:cNvPr id="4449" name="Rectangle 353"/>
          <p:cNvSpPr>
            <a:spLocks noChangeArrowheads="1"/>
          </p:cNvSpPr>
          <p:nvPr/>
        </p:nvSpPr>
        <p:spPr bwMode="auto">
          <a:xfrm>
            <a:off x="12192000" y="27665185"/>
            <a:ext cx="7818438" cy="2232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defRPr kumimoji="1" sz="9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spcBef>
                <a:spcPct val="20000"/>
              </a:spcBef>
              <a:defRPr kumimoji="1" sz="8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spcBef>
                <a:spcPct val="20000"/>
              </a:spcBef>
              <a:defRPr kumimoji="1" sz="7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spcBef>
                <a:spcPct val="20000"/>
              </a:spcBef>
              <a:defRPr kumimoji="1" sz="6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spcBef>
                <a:spcPct val="20000"/>
              </a:spcBef>
              <a:defRPr kumimoji="1" sz="6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ctr" fontAlgn="base">
              <a:spcBef>
                <a:spcPct val="20000"/>
              </a:spcBef>
              <a:spcAft>
                <a:spcPct val="0"/>
              </a:spcAft>
              <a:defRPr kumimoji="1" sz="6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ctr" fontAlgn="base">
              <a:spcBef>
                <a:spcPct val="20000"/>
              </a:spcBef>
              <a:spcAft>
                <a:spcPct val="0"/>
              </a:spcAft>
              <a:defRPr kumimoji="1" sz="6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ctr" fontAlgn="base">
              <a:spcBef>
                <a:spcPct val="20000"/>
              </a:spcBef>
              <a:spcAft>
                <a:spcPct val="0"/>
              </a:spcAft>
              <a:defRPr kumimoji="1" sz="6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ctr" fontAlgn="base">
              <a:spcBef>
                <a:spcPct val="20000"/>
              </a:spcBef>
              <a:spcAft>
                <a:spcPct val="0"/>
              </a:spcAft>
              <a:defRPr kumimoji="1" sz="6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l">
              <a:lnSpc>
                <a:spcPct val="100000"/>
              </a:lnSpc>
              <a:buClrTx/>
              <a:buFontTx/>
              <a:buNone/>
            </a:pPr>
            <a:endParaRPr lang="en-US" altLang="ko-KR" sz="2800" dirty="0">
              <a:solidFill>
                <a:srgbClr val="292929"/>
              </a:solidFill>
            </a:endParaRPr>
          </a:p>
          <a:p>
            <a:pPr algn="l">
              <a:lnSpc>
                <a:spcPct val="100000"/>
              </a:lnSpc>
              <a:buClrTx/>
              <a:buFontTx/>
              <a:buNone/>
            </a:pPr>
            <a:r>
              <a:rPr lang="en-US" altLang="ko-KR" sz="2400" dirty="0">
                <a:solidFill>
                  <a:srgbClr val="292929"/>
                </a:solidFill>
                <a:latin typeface="Arial" panose="020B0604020202020204" pitchFamily="34" charset="0"/>
              </a:rPr>
              <a:t> </a:t>
            </a:r>
            <a:endParaRPr lang="en-US" altLang="ko-KR" sz="2000" dirty="0">
              <a:solidFill>
                <a:srgbClr val="292929"/>
              </a:solidFill>
            </a:endParaRPr>
          </a:p>
        </p:txBody>
      </p:sp>
      <p:sp>
        <p:nvSpPr>
          <p:cNvPr id="4626" name="Text Box 530"/>
          <p:cNvSpPr txBox="1">
            <a:spLocks noChangeArrowheads="1"/>
          </p:cNvSpPr>
          <p:nvPr/>
        </p:nvSpPr>
        <p:spPr bwMode="auto">
          <a:xfrm>
            <a:off x="2870200" y="22599650"/>
            <a:ext cx="12080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buClrTx/>
              <a:buFontTx/>
              <a:buNone/>
            </a:pPr>
            <a:endParaRPr lang="ko-KR" altLang="ko-KR" sz="1800" b="0"/>
          </a:p>
        </p:txBody>
      </p:sp>
      <p:sp>
        <p:nvSpPr>
          <p:cNvPr id="4634" name="Rectangle 538"/>
          <p:cNvSpPr>
            <a:spLocks noChangeArrowheads="1"/>
          </p:cNvSpPr>
          <p:nvPr/>
        </p:nvSpPr>
        <p:spPr bwMode="auto">
          <a:xfrm>
            <a:off x="11115475" y="4570850"/>
            <a:ext cx="9864725" cy="19760553"/>
          </a:xfrm>
          <a:prstGeom prst="rect">
            <a:avLst/>
          </a:prstGeom>
          <a:noFill/>
          <a:ln w="9525" cap="flat" cmpd="sng" algn="ctr">
            <a:solidFill>
              <a:srgbClr val="E5DBE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lIns="295200" tIns="147600" rIns="295200" bIns="147600">
            <a:flatTx/>
          </a:bodyPr>
          <a:lstStyle>
            <a:lvl1pPr algn="l" defTabSz="690563">
              <a:spcBef>
                <a:spcPct val="0"/>
              </a:spcBef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algn="l" defTabSz="690563">
              <a:spcBef>
                <a:spcPct val="0"/>
              </a:spcBef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algn="l" defTabSz="690563">
              <a:spcBef>
                <a:spcPct val="0"/>
              </a:spcBef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algn="l" defTabSz="690563">
              <a:spcBef>
                <a:spcPct val="0"/>
              </a:spcBef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algn="l" defTabSz="690563">
              <a:spcBef>
                <a:spcPct val="0"/>
              </a:spcBef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6905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6905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6905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6905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>
              <a:spcBef>
                <a:spcPct val="50000"/>
              </a:spcBef>
            </a:pPr>
            <a:endParaRPr lang="en-US" altLang="ko-KR"/>
          </a:p>
          <a:p>
            <a:pPr algn="ctr">
              <a:spcBef>
                <a:spcPct val="50000"/>
              </a:spcBef>
            </a:pPr>
            <a:endParaRPr lang="en-US" altLang="ko-KR"/>
          </a:p>
          <a:p>
            <a:pPr algn="ctr">
              <a:spcBef>
                <a:spcPct val="50000"/>
              </a:spcBef>
            </a:pPr>
            <a:endParaRPr lang="en-US" altLang="ko-KR"/>
          </a:p>
          <a:p>
            <a:pPr algn="ctr">
              <a:spcBef>
                <a:spcPct val="50000"/>
              </a:spcBef>
            </a:pPr>
            <a:endParaRPr lang="en-US" altLang="ko-KR"/>
          </a:p>
          <a:p>
            <a:pPr algn="ctr">
              <a:spcBef>
                <a:spcPct val="50000"/>
              </a:spcBef>
            </a:pPr>
            <a:endParaRPr lang="en-US" altLang="ko-KR"/>
          </a:p>
          <a:p>
            <a:pPr algn="ctr">
              <a:spcBef>
                <a:spcPct val="50000"/>
              </a:spcBef>
            </a:pPr>
            <a:endParaRPr lang="en-US" altLang="ko-KR"/>
          </a:p>
          <a:p>
            <a:pPr algn="ctr">
              <a:spcBef>
                <a:spcPct val="50000"/>
              </a:spcBef>
            </a:pPr>
            <a:endParaRPr lang="en-US" altLang="ko-KR"/>
          </a:p>
        </p:txBody>
      </p:sp>
      <p:sp>
        <p:nvSpPr>
          <p:cNvPr id="5075" name="Rectangle 979"/>
          <p:cNvSpPr>
            <a:spLocks noChangeArrowheads="1"/>
          </p:cNvSpPr>
          <p:nvPr/>
        </p:nvSpPr>
        <p:spPr bwMode="auto">
          <a:xfrm>
            <a:off x="608069" y="18938404"/>
            <a:ext cx="66294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 eaLnBrk="0" latinLnBrk="0" hangingPunct="0">
              <a:lnSpc>
                <a:spcPct val="130000"/>
              </a:lnSpc>
              <a:spcBef>
                <a:spcPct val="0"/>
              </a:spcBef>
              <a:buClr>
                <a:schemeClr val="tx2"/>
              </a:buClr>
              <a:buSzPct val="80000"/>
            </a:pPr>
            <a:endParaRPr lang="en-US" altLang="ko-KR" sz="2400" dirty="0"/>
          </a:p>
        </p:txBody>
      </p:sp>
      <p:sp>
        <p:nvSpPr>
          <p:cNvPr id="5077" name="Rectangle 981"/>
          <p:cNvSpPr>
            <a:spLocks noChangeArrowheads="1"/>
          </p:cNvSpPr>
          <p:nvPr/>
        </p:nvSpPr>
        <p:spPr>
          <a:xfrm>
            <a:off x="11450997" y="4772743"/>
            <a:ext cx="8702600" cy="16199892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lvl="0" algn="l" eaLnBrk="0" latinLnBrk="0" hangingPunct="0">
              <a:lnSpc>
                <a:spcPct val="130000"/>
              </a:lnSpc>
              <a:spcBef>
                <a:spcPct val="0"/>
              </a:spcBef>
              <a:buClr>
                <a:schemeClr val="tx2"/>
              </a:buClr>
              <a:buSzPct val="80000"/>
              <a:defRPr/>
            </a:pPr>
            <a:endParaRPr lang="en-US" altLang="ko-KR" sz="2800" b="0" dirty="0">
              <a:latin typeface="한컴 고딕"/>
              <a:ea typeface="한컴 고딕"/>
            </a:endParaRPr>
          </a:p>
          <a:p>
            <a:pPr lvl="0" algn="l" eaLnBrk="0" latinLnBrk="0" hangingPunct="0">
              <a:lnSpc>
                <a:spcPct val="130000"/>
              </a:lnSpc>
              <a:spcBef>
                <a:spcPct val="0"/>
              </a:spcBef>
              <a:buClr>
                <a:schemeClr val="tx2"/>
              </a:buClr>
              <a:buSzPct val="80000"/>
              <a:defRPr/>
            </a:pPr>
            <a:endParaRPr lang="en-US" altLang="ko-KR" sz="2800" b="0" dirty="0">
              <a:latin typeface="한컴 고딕"/>
              <a:ea typeface="한컴 고딕"/>
            </a:endParaRPr>
          </a:p>
          <a:p>
            <a:pPr lvl="0" algn="l" eaLnBrk="0" latinLnBrk="0" hangingPunct="0">
              <a:lnSpc>
                <a:spcPct val="130000"/>
              </a:lnSpc>
              <a:spcBef>
                <a:spcPct val="0"/>
              </a:spcBef>
              <a:buClr>
                <a:schemeClr val="tx2"/>
              </a:buClr>
              <a:buSzPct val="80000"/>
              <a:defRPr/>
            </a:pPr>
            <a:endParaRPr lang="en-US" altLang="ko-KR" sz="2800" b="0" dirty="0">
              <a:latin typeface="한컴 고딕"/>
              <a:ea typeface="한컴 고딕"/>
            </a:endParaRPr>
          </a:p>
          <a:p>
            <a:pPr lvl="0" algn="l" eaLnBrk="0" latinLnBrk="0" hangingPunct="0">
              <a:lnSpc>
                <a:spcPct val="130000"/>
              </a:lnSpc>
              <a:spcBef>
                <a:spcPct val="0"/>
              </a:spcBef>
              <a:buClr>
                <a:schemeClr val="tx2"/>
              </a:buClr>
              <a:buSzPct val="80000"/>
              <a:defRPr/>
            </a:pPr>
            <a:endParaRPr lang="en-US" altLang="ko-KR" sz="2800" b="0" dirty="0">
              <a:latin typeface="한컴 고딕"/>
              <a:ea typeface="한컴 고딕"/>
            </a:endParaRPr>
          </a:p>
          <a:p>
            <a:pPr lvl="0" algn="l" eaLnBrk="0" latinLnBrk="0" hangingPunct="0">
              <a:lnSpc>
                <a:spcPct val="130000"/>
              </a:lnSpc>
              <a:spcBef>
                <a:spcPct val="0"/>
              </a:spcBef>
              <a:buClr>
                <a:schemeClr val="tx2"/>
              </a:buClr>
              <a:buSzPct val="80000"/>
              <a:defRPr/>
            </a:pPr>
            <a:endParaRPr lang="en-US" altLang="ko-KR" sz="2800" b="0" dirty="0">
              <a:latin typeface="한컴 고딕"/>
              <a:ea typeface="한컴 고딕"/>
            </a:endParaRPr>
          </a:p>
          <a:p>
            <a:pPr lvl="0" algn="l" eaLnBrk="0" latinLnBrk="0" hangingPunct="0">
              <a:lnSpc>
                <a:spcPct val="130000"/>
              </a:lnSpc>
              <a:spcBef>
                <a:spcPct val="0"/>
              </a:spcBef>
              <a:buClr>
                <a:schemeClr val="tx2"/>
              </a:buClr>
              <a:buSzPct val="80000"/>
              <a:defRPr/>
            </a:pPr>
            <a:endParaRPr lang="en-US" altLang="ko-KR" sz="2800" b="0" dirty="0">
              <a:latin typeface="한컴 고딕"/>
              <a:ea typeface="한컴 고딕"/>
            </a:endParaRPr>
          </a:p>
          <a:p>
            <a:pPr lvl="0" algn="l" eaLnBrk="0" latinLnBrk="0" hangingPunct="0">
              <a:lnSpc>
                <a:spcPct val="130000"/>
              </a:lnSpc>
              <a:spcBef>
                <a:spcPct val="0"/>
              </a:spcBef>
              <a:buClr>
                <a:schemeClr val="tx2"/>
              </a:buClr>
              <a:buSzPct val="80000"/>
              <a:defRPr/>
            </a:pPr>
            <a:endParaRPr lang="en-US" altLang="ko-KR" sz="2800" b="0" dirty="0">
              <a:latin typeface="한컴 고딕"/>
              <a:ea typeface="한컴 고딕"/>
            </a:endParaRPr>
          </a:p>
          <a:p>
            <a:pPr lvl="0" algn="l" eaLnBrk="0" latinLnBrk="0" hangingPunct="0">
              <a:lnSpc>
                <a:spcPct val="130000"/>
              </a:lnSpc>
              <a:spcBef>
                <a:spcPct val="0"/>
              </a:spcBef>
              <a:buClr>
                <a:schemeClr val="tx2"/>
              </a:buClr>
              <a:buSzPct val="80000"/>
              <a:defRPr/>
            </a:pPr>
            <a:endParaRPr lang="en-US" altLang="ko-KR" sz="2800" b="0" dirty="0">
              <a:latin typeface="한컴 고딕"/>
              <a:ea typeface="한컴 고딕"/>
            </a:endParaRPr>
          </a:p>
          <a:p>
            <a:pPr lvl="0" algn="l" eaLnBrk="0" latinLnBrk="0" hangingPunct="0">
              <a:lnSpc>
                <a:spcPct val="130000"/>
              </a:lnSpc>
              <a:spcBef>
                <a:spcPct val="0"/>
              </a:spcBef>
              <a:buClr>
                <a:schemeClr val="tx2"/>
              </a:buClr>
              <a:buSzPct val="80000"/>
              <a:defRPr/>
            </a:pPr>
            <a:endParaRPr lang="en-US" altLang="ko-KR" sz="2800" b="0" dirty="0">
              <a:latin typeface="한컴 고딕"/>
              <a:ea typeface="한컴 고딕"/>
            </a:endParaRPr>
          </a:p>
          <a:p>
            <a:pPr lvl="0" algn="l" eaLnBrk="0" latinLnBrk="0" hangingPunct="0">
              <a:lnSpc>
                <a:spcPct val="130000"/>
              </a:lnSpc>
              <a:spcBef>
                <a:spcPct val="0"/>
              </a:spcBef>
              <a:buClr>
                <a:schemeClr val="tx2"/>
              </a:buClr>
              <a:buSzPct val="80000"/>
              <a:defRPr/>
            </a:pPr>
            <a:endParaRPr lang="en-US" altLang="ko-KR" sz="2800" b="0" dirty="0">
              <a:latin typeface="한컴 고딕"/>
            </a:endParaRPr>
          </a:p>
          <a:p>
            <a:pPr lvl="0" algn="l" eaLnBrk="0" latinLnBrk="0" hangingPunct="0">
              <a:lnSpc>
                <a:spcPct val="130000"/>
              </a:lnSpc>
              <a:spcBef>
                <a:spcPct val="0"/>
              </a:spcBef>
              <a:buClr>
                <a:schemeClr val="tx2"/>
              </a:buClr>
              <a:buSzPct val="80000"/>
              <a:defRPr/>
            </a:pPr>
            <a:endParaRPr lang="en-US" altLang="ko-KR" sz="2800" b="0" dirty="0">
              <a:latin typeface="한컴 고딕"/>
            </a:endParaRPr>
          </a:p>
          <a:p>
            <a:pPr lvl="0" algn="l" eaLnBrk="0" latinLnBrk="0" hangingPunct="0">
              <a:lnSpc>
                <a:spcPct val="130000"/>
              </a:lnSpc>
              <a:spcBef>
                <a:spcPct val="0"/>
              </a:spcBef>
              <a:buClr>
                <a:schemeClr val="tx2"/>
              </a:buClr>
              <a:buSzPct val="80000"/>
              <a:defRPr/>
            </a:pPr>
            <a:endParaRPr lang="en-US" altLang="ko-KR" sz="2800" b="0" dirty="0">
              <a:latin typeface="한컴 고딕"/>
            </a:endParaRPr>
          </a:p>
          <a:p>
            <a:pPr lvl="0" algn="l" eaLnBrk="0" latinLnBrk="0" hangingPunct="0">
              <a:lnSpc>
                <a:spcPct val="130000"/>
              </a:lnSpc>
              <a:spcBef>
                <a:spcPct val="0"/>
              </a:spcBef>
              <a:buClr>
                <a:schemeClr val="tx2"/>
              </a:buClr>
              <a:buSzPct val="80000"/>
              <a:defRPr/>
            </a:pPr>
            <a:endParaRPr lang="en-US" altLang="ko-KR" sz="2800" b="0" dirty="0">
              <a:latin typeface="한컴 고딕"/>
            </a:endParaRPr>
          </a:p>
          <a:p>
            <a:pPr lvl="0" algn="l" eaLnBrk="0" latinLnBrk="0" hangingPunct="0">
              <a:lnSpc>
                <a:spcPct val="130000"/>
              </a:lnSpc>
              <a:spcBef>
                <a:spcPct val="0"/>
              </a:spcBef>
              <a:buClr>
                <a:schemeClr val="tx2"/>
              </a:buClr>
              <a:buSzPct val="80000"/>
              <a:defRPr/>
            </a:pPr>
            <a:endParaRPr lang="en-US" altLang="ko-KR" sz="2800" b="0" dirty="0">
              <a:latin typeface="한컴 고딕"/>
            </a:endParaRPr>
          </a:p>
          <a:p>
            <a:pPr lvl="0" algn="l" eaLnBrk="0" latinLnBrk="0" hangingPunct="0">
              <a:lnSpc>
                <a:spcPct val="130000"/>
              </a:lnSpc>
              <a:spcBef>
                <a:spcPct val="0"/>
              </a:spcBef>
              <a:buClr>
                <a:schemeClr val="tx2"/>
              </a:buClr>
              <a:buSzPct val="80000"/>
              <a:defRPr/>
            </a:pPr>
            <a:endParaRPr lang="en-US" altLang="ko-KR" sz="2800" b="0" dirty="0">
              <a:latin typeface="한컴 고딕"/>
            </a:endParaRPr>
          </a:p>
          <a:p>
            <a:pPr lvl="0" algn="l" eaLnBrk="0" latinLnBrk="0" hangingPunct="0">
              <a:lnSpc>
                <a:spcPct val="130000"/>
              </a:lnSpc>
              <a:spcBef>
                <a:spcPct val="0"/>
              </a:spcBef>
              <a:buClr>
                <a:schemeClr val="tx2"/>
              </a:buClr>
              <a:buSzPct val="80000"/>
              <a:defRPr/>
            </a:pPr>
            <a:endParaRPr lang="en-US" altLang="ko-KR" sz="2800" b="0" dirty="0">
              <a:latin typeface="한컴 고딕"/>
            </a:endParaRPr>
          </a:p>
        </p:txBody>
      </p:sp>
      <p:sp>
        <p:nvSpPr>
          <p:cNvPr id="5101" name="Rectangle 1005"/>
          <p:cNvSpPr>
            <a:spLocks noChangeArrowheads="1"/>
          </p:cNvSpPr>
          <p:nvPr/>
        </p:nvSpPr>
        <p:spPr bwMode="auto">
          <a:xfrm>
            <a:off x="11658600" y="17377586"/>
            <a:ext cx="1905000" cy="6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D92C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29292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lang="en-US" altLang="ko-KR" sz="1800" dirty="0">
              <a:solidFill>
                <a:srgbClr val="292929"/>
              </a:solidFill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ko-KR" sz="1800" dirty="0">
                <a:solidFill>
                  <a:srgbClr val="292929"/>
                </a:solidFill>
              </a:rPr>
              <a:t> </a:t>
            </a:r>
            <a:endParaRPr lang="en-US" altLang="ko-KR" sz="2000" dirty="0">
              <a:solidFill>
                <a:srgbClr val="FFFF99"/>
              </a:solidFill>
            </a:endParaRPr>
          </a:p>
        </p:txBody>
      </p:sp>
      <p:sp>
        <p:nvSpPr>
          <p:cNvPr id="4453" name="Rectangle 357"/>
          <p:cNvSpPr>
            <a:spLocks noChangeArrowheads="1"/>
          </p:cNvSpPr>
          <p:nvPr/>
        </p:nvSpPr>
        <p:spPr bwMode="auto">
          <a:xfrm>
            <a:off x="215444" y="16004803"/>
            <a:ext cx="10511293" cy="14084671"/>
          </a:xfrm>
          <a:prstGeom prst="rect">
            <a:avLst/>
          </a:prstGeom>
          <a:noFill/>
          <a:ln w="9525" cap="flat" cmpd="sng" algn="ctr">
            <a:solidFill>
              <a:srgbClr val="E5DBE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lIns="295200" tIns="147600" rIns="295200" bIns="147600">
            <a:flatTx/>
          </a:bodyPr>
          <a:lstStyle/>
          <a:p>
            <a:endParaRPr kumimoji="0" lang="ko-KR" altLang="ko-KR" dirty="0">
              <a:solidFill>
                <a:srgbClr val="04080C"/>
              </a:solidFill>
            </a:endParaRPr>
          </a:p>
        </p:txBody>
      </p:sp>
      <p:sp>
        <p:nvSpPr>
          <p:cNvPr id="5106" name="AutoShape 1010"/>
          <p:cNvSpPr>
            <a:spLocks noChangeArrowheads="1"/>
          </p:cNvSpPr>
          <p:nvPr/>
        </p:nvSpPr>
        <p:spPr>
          <a:xfrm>
            <a:off x="2124869" y="14666573"/>
            <a:ext cx="7488238" cy="1105954"/>
          </a:xfrm>
          <a:prstGeom prst="bevel">
            <a:avLst>
              <a:gd name="adj" fmla="val 0"/>
            </a:avLst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none" lIns="295200" tIns="147600" rIns="295200" bIns="147600" anchor="ctr"/>
          <a:lstStyle/>
          <a:p>
            <a:pPr lvl="0">
              <a:lnSpc>
                <a:spcPct val="100000"/>
              </a:lnSpc>
              <a:spcBef>
                <a:spcPct val="0"/>
              </a:spcBef>
              <a:defRPr/>
            </a:pPr>
            <a:r>
              <a:rPr lang="en-US" altLang="ko-KR" sz="3600" b="0" dirty="0">
                <a:solidFill>
                  <a:srgbClr val="7030A0"/>
                </a:solidFill>
                <a:latin typeface="HY견고딕"/>
                <a:ea typeface="HY견고딕"/>
              </a:rPr>
              <a:t>2. </a:t>
            </a:r>
            <a:r>
              <a:rPr lang="ko-KR" altLang="en-US" sz="3600" b="0" dirty="0">
                <a:solidFill>
                  <a:srgbClr val="7030A0"/>
                </a:solidFill>
                <a:latin typeface="HY견고딕"/>
                <a:ea typeface="HY견고딕"/>
              </a:rPr>
              <a:t>프로젝트 구성도</a:t>
            </a:r>
          </a:p>
        </p:txBody>
      </p:sp>
      <p:sp>
        <p:nvSpPr>
          <p:cNvPr id="5110" name="AutoShape 1014"/>
          <p:cNvSpPr>
            <a:spLocks noChangeArrowheads="1"/>
          </p:cNvSpPr>
          <p:nvPr/>
        </p:nvSpPr>
        <p:spPr>
          <a:xfrm>
            <a:off x="12122609" y="24486723"/>
            <a:ext cx="7488238" cy="865188"/>
          </a:xfrm>
          <a:prstGeom prst="bevel">
            <a:avLst>
              <a:gd name="adj" fmla="val 0"/>
            </a:avLst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none" lIns="295200" tIns="147600" rIns="295200" bIns="147600" anchor="ctr"/>
          <a:lstStyle/>
          <a:p>
            <a:pPr lvl="0">
              <a:lnSpc>
                <a:spcPct val="100000"/>
              </a:lnSpc>
              <a:spcBef>
                <a:spcPct val="0"/>
              </a:spcBef>
              <a:defRPr/>
            </a:pPr>
            <a:r>
              <a:rPr lang="en-US" altLang="ko-KR" sz="3600" b="0" dirty="0">
                <a:solidFill>
                  <a:srgbClr val="7030A0"/>
                </a:solidFill>
                <a:latin typeface="HY견고딕"/>
                <a:ea typeface="HY견고딕"/>
              </a:rPr>
              <a:t>4. </a:t>
            </a:r>
            <a:r>
              <a:rPr lang="ko-KR" altLang="en-US" sz="3600" b="0" dirty="0">
                <a:solidFill>
                  <a:srgbClr val="7030A0"/>
                </a:solidFill>
                <a:latin typeface="HY견고딕"/>
                <a:ea typeface="HY견고딕"/>
              </a:rPr>
              <a:t>기대 효과</a:t>
            </a:r>
          </a:p>
        </p:txBody>
      </p:sp>
      <p:sp>
        <p:nvSpPr>
          <p:cNvPr id="5111" name="AutoShape 1015"/>
          <p:cNvSpPr>
            <a:spLocks noChangeArrowheads="1"/>
          </p:cNvSpPr>
          <p:nvPr/>
        </p:nvSpPr>
        <p:spPr bwMode="auto">
          <a:xfrm>
            <a:off x="12522200" y="3589473"/>
            <a:ext cx="7488238" cy="863600"/>
          </a:xfrm>
          <a:prstGeom prst="bevel">
            <a:avLst>
              <a:gd name="adj" fmla="val 0"/>
            </a:avLst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none" lIns="295200" tIns="147600" rIns="295200" bIns="147600" anchor="ctr"/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ko-KR" sz="3600" b="0" dirty="0">
                <a:solidFill>
                  <a:srgbClr val="7030A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3. </a:t>
            </a:r>
            <a:r>
              <a:rPr lang="ko-KR" altLang="en-US" sz="3600" b="0" dirty="0">
                <a:solidFill>
                  <a:srgbClr val="7030A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동작 및 기능 설명</a:t>
            </a:r>
          </a:p>
        </p:txBody>
      </p:sp>
      <p:sp>
        <p:nvSpPr>
          <p:cNvPr id="53" name="Rectangle 66"/>
          <p:cNvSpPr>
            <a:spLocks noChangeArrowheads="1"/>
          </p:cNvSpPr>
          <p:nvPr/>
        </p:nvSpPr>
        <p:spPr>
          <a:xfrm>
            <a:off x="180975" y="234331"/>
            <a:ext cx="21024850" cy="3237365"/>
          </a:xfrm>
          <a:prstGeom prst="rect">
            <a:avLst/>
          </a:prstGeom>
          <a:solidFill>
            <a:srgbClr val="E5DBEF"/>
          </a:solidFill>
          <a:ln w="9525" cap="flat" cmpd="sng" algn="ctr">
            <a:solidFill>
              <a:srgbClr val="E5DBEF"/>
            </a:solidFill>
            <a:prstDash val="solid"/>
            <a:round/>
            <a:headEnd w="med" len="med"/>
            <a:tailEnd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lIns="0" tIns="0" rIns="0" bIns="0" anchor="ctr">
            <a:flatTx/>
          </a:bodyPr>
          <a:lstStyle>
            <a:lvl1pPr algn="l" defTabSz="690563">
              <a:spcBef>
                <a:spcPct val="0"/>
              </a:spcBef>
              <a:defRPr kumimoji="1">
                <a:solidFill>
                  <a:schemeClr val="tx1"/>
                </a:solidFill>
                <a:latin typeface="굴림"/>
                <a:ea typeface="굴림"/>
              </a:defRPr>
            </a:lvl1pPr>
            <a:lvl2pPr marL="344488" algn="l" defTabSz="690563">
              <a:spcBef>
                <a:spcPct val="0"/>
              </a:spcBef>
              <a:defRPr kumimoji="1">
                <a:solidFill>
                  <a:schemeClr val="tx1"/>
                </a:solidFill>
                <a:latin typeface="굴림"/>
                <a:ea typeface="굴림"/>
              </a:defRPr>
            </a:lvl2pPr>
            <a:lvl3pPr marL="690563" algn="l" defTabSz="690563">
              <a:spcBef>
                <a:spcPct val="0"/>
              </a:spcBef>
              <a:defRPr kumimoji="1">
                <a:solidFill>
                  <a:schemeClr val="tx1"/>
                </a:solidFill>
                <a:latin typeface="굴림"/>
                <a:ea typeface="굴림"/>
              </a:defRPr>
            </a:lvl3pPr>
            <a:lvl4pPr marL="1035050" algn="l" defTabSz="690563">
              <a:spcBef>
                <a:spcPct val="0"/>
              </a:spcBef>
              <a:defRPr kumimoji="1">
                <a:solidFill>
                  <a:schemeClr val="tx1"/>
                </a:solidFill>
                <a:latin typeface="굴림"/>
                <a:ea typeface="굴림"/>
              </a:defRPr>
            </a:lvl4pPr>
            <a:lvl5pPr marL="1381125" algn="l" defTabSz="690563">
              <a:spcBef>
                <a:spcPct val="0"/>
              </a:spcBef>
              <a:defRPr kumimoji="1">
                <a:solidFill>
                  <a:schemeClr val="tx1"/>
                </a:solidFill>
                <a:latin typeface="굴림"/>
                <a:ea typeface="굴림"/>
              </a:defRPr>
            </a:lvl5pPr>
            <a:lvl6pPr marL="1838325" defTabSz="6905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/>
                <a:ea typeface="굴림"/>
              </a:defRPr>
            </a:lvl6pPr>
            <a:lvl7pPr marL="2295525" defTabSz="6905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/>
                <a:ea typeface="굴림"/>
              </a:defRPr>
            </a:lvl7pPr>
            <a:lvl8pPr marL="2752725" defTabSz="6905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/>
                <a:ea typeface="굴림"/>
              </a:defRPr>
            </a:lvl8pPr>
            <a:lvl9pPr marL="3209925" defTabSz="6905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/>
                <a:ea typeface="굴림"/>
              </a:defRPr>
            </a:lvl9pPr>
          </a:lstStyle>
          <a:p>
            <a:pPr lvl="0" algn="ctr">
              <a:lnSpc>
                <a:spcPct val="100000"/>
              </a:lnSpc>
              <a:buClrTx/>
              <a:buFontTx/>
              <a:buNone/>
              <a:defRPr/>
            </a:pPr>
            <a:endParaRPr lang="en-US" altLang="ko-KR" sz="5400" dirty="0">
              <a:effectLst>
                <a:outerShdw blurRad="38100" dist="38100" dir="2700000" algn="tl">
                  <a:srgbClr val="C0C0C0"/>
                </a:outerShdw>
              </a:effectLst>
              <a:latin typeface="HY헤드라인M"/>
              <a:ea typeface="HY헤드라인M"/>
            </a:endParaRPr>
          </a:p>
          <a:p>
            <a:pPr lvl="0" algn="ctr">
              <a:lnSpc>
                <a:spcPct val="100000"/>
              </a:lnSpc>
              <a:buClrTx/>
              <a:buFontTx/>
              <a:buNone/>
              <a:defRPr/>
            </a:pPr>
            <a:r>
              <a:rPr lang="ko-KR" altLang="en-US" sz="5400" dirty="0">
                <a:effectLst>
                  <a:outerShdw blurRad="38100" dist="38100" dir="2700000" algn="tl">
                    <a:srgbClr val="C0C0C0"/>
                  </a:outerShdw>
                </a:effectLst>
                <a:latin typeface="HY헤드라인M"/>
                <a:ea typeface="HY헤드라인M"/>
              </a:rPr>
              <a:t>실시간 휴지 </a:t>
            </a:r>
            <a:r>
              <a:rPr lang="ko-KR" altLang="en-US" sz="54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HY헤드라인M"/>
                <a:ea typeface="HY헤드라인M"/>
              </a:rPr>
              <a:t>잔여량</a:t>
            </a:r>
            <a:r>
              <a:rPr lang="ko-KR" altLang="en-US" sz="5400" dirty="0">
                <a:effectLst>
                  <a:outerShdw blurRad="38100" dist="38100" dir="2700000" algn="tl">
                    <a:srgbClr val="C0C0C0"/>
                  </a:outerShdw>
                </a:effectLst>
                <a:latin typeface="HY헤드라인M"/>
                <a:ea typeface="HY헤드라인M"/>
              </a:rPr>
              <a:t> 감지 시스템</a:t>
            </a:r>
            <a:endParaRPr lang="en-US" altLang="ko-KR" sz="3300" dirty="0"/>
          </a:p>
          <a:p>
            <a:pPr lvl="0" algn="ctr">
              <a:lnSpc>
                <a:spcPct val="80000"/>
              </a:lnSpc>
              <a:buClrTx/>
              <a:buFontTx/>
              <a:buNone/>
              <a:defRPr/>
            </a:pPr>
            <a:endParaRPr lang="en-US" altLang="ko-KR" sz="3300" dirty="0"/>
          </a:p>
          <a:p>
            <a:pPr lvl="0" algn="r">
              <a:lnSpc>
                <a:spcPct val="80000"/>
              </a:lnSpc>
              <a:buClrTx/>
              <a:buFontTx/>
              <a:buNone/>
              <a:defRPr/>
            </a:pPr>
            <a:r>
              <a:rPr lang="ko-KR" altLang="en-US" sz="3300" dirty="0"/>
              <a:t>참여 학생 </a:t>
            </a:r>
            <a:r>
              <a:rPr lang="en-US" altLang="ko-KR" sz="3300" dirty="0"/>
              <a:t>: </a:t>
            </a:r>
            <a:r>
              <a:rPr lang="ko-KR" altLang="en-US" sz="3300" dirty="0" err="1"/>
              <a:t>진수원</a:t>
            </a:r>
            <a:r>
              <a:rPr lang="en-US" altLang="ko-KR" sz="3300" dirty="0"/>
              <a:t>, </a:t>
            </a:r>
            <a:r>
              <a:rPr lang="ko-KR" altLang="en-US" sz="3300" dirty="0" err="1"/>
              <a:t>한규완</a:t>
            </a:r>
            <a:r>
              <a:rPr lang="en-US" altLang="ko-KR" sz="3300" dirty="0"/>
              <a:t>, </a:t>
            </a:r>
            <a:r>
              <a:rPr lang="ko-KR" altLang="en-US" sz="3300" dirty="0"/>
              <a:t>박진아</a:t>
            </a:r>
            <a:r>
              <a:rPr lang="en-US" altLang="ko-KR" sz="3300" dirty="0"/>
              <a:t>, </a:t>
            </a:r>
            <a:r>
              <a:rPr lang="ko-KR" altLang="en-US" sz="3300" dirty="0"/>
              <a:t>김기현</a:t>
            </a:r>
            <a:endParaRPr lang="en-US" altLang="ko-KR" sz="3300" dirty="0"/>
          </a:p>
          <a:p>
            <a:pPr lvl="0" algn="r">
              <a:lnSpc>
                <a:spcPct val="80000"/>
              </a:lnSpc>
              <a:buClrTx/>
              <a:buFontTx/>
              <a:buNone/>
              <a:defRPr/>
            </a:pPr>
            <a:r>
              <a:rPr lang="ko-KR" altLang="en-US" sz="3300" dirty="0"/>
              <a:t>지도 교수  </a:t>
            </a:r>
            <a:r>
              <a:rPr lang="en-US" altLang="ko-KR" sz="3300" dirty="0"/>
              <a:t>:  </a:t>
            </a:r>
            <a:r>
              <a:rPr lang="ko-KR" altLang="en-US" sz="3300" dirty="0"/>
              <a:t>서동환</a:t>
            </a:r>
            <a:endParaRPr lang="ko-KR" altLang="en-US" sz="33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06599" y="10674081"/>
            <a:ext cx="10122951" cy="3071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l"/>
              <a:defRPr/>
            </a:pPr>
            <a:r>
              <a:rPr lang="ko-KR" altLang="en-US" sz="2700" kern="100" spc="0" dirty="0">
                <a:solidFill>
                  <a:srgbClr val="000000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유동인구가 많은 화장실에서 변기 사로 내의 휴지 부족은 이용자에게 불편을 초래함</a:t>
            </a:r>
            <a:endParaRPr lang="en-US" altLang="ko-KR" sz="2700" kern="100" spc="0" dirty="0">
              <a:solidFill>
                <a:srgbClr val="000000"/>
              </a:solidFill>
              <a:effectLst/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285750" indent="-285750" algn="l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l"/>
              <a:defRPr/>
            </a:pPr>
            <a:r>
              <a:rPr lang="ko-KR" altLang="en-US" sz="2700" kern="100" spc="0" dirty="0">
                <a:solidFill>
                  <a:srgbClr val="000000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관리자가 실시간으로 휴지의 부족을 확인하기에 어려움이 있음</a:t>
            </a:r>
            <a:endParaRPr lang="ko-KR" altLang="en-US" sz="27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285750" indent="-285750" algn="l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l"/>
              <a:defRPr/>
            </a:pPr>
            <a:r>
              <a:rPr lang="ko-KR" altLang="en-US" sz="2700" dirty="0"/>
              <a:t>휴지 잔량 상태를 실시간으로 감지하여 관리 효율성이 향상됨</a:t>
            </a:r>
            <a:endParaRPr lang="ko-KR" altLang="en-US" sz="27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23" name="Rectangle 246">
            <a:extLst>
              <a:ext uri="{FF2B5EF4-FFF2-40B4-BE49-F238E27FC236}">
                <a16:creationId xmlns:a16="http://schemas.microsoft.com/office/drawing/2014/main" id="{42F90D6D-6F08-9647-BF2D-74B68718F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078" y="4606244"/>
            <a:ext cx="10533196" cy="9592487"/>
          </a:xfrm>
          <a:prstGeom prst="rect">
            <a:avLst/>
          </a:prstGeom>
          <a:noFill/>
          <a:ln w="9525" cap="flat" cmpd="sng" algn="ctr">
            <a:solidFill>
              <a:srgbClr val="E5DBE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lIns="295200" tIns="147600" rIns="295200" bIns="147600">
            <a:flatTx/>
          </a:bodyPr>
          <a:lstStyle/>
          <a:p>
            <a:endParaRPr lang="ko-KR" altLang="ko-KR" sz="3200" b="0" dirty="0"/>
          </a:p>
        </p:txBody>
      </p:sp>
      <p:sp>
        <p:nvSpPr>
          <p:cNvPr id="24" name="AutoShape 1009">
            <a:extLst>
              <a:ext uri="{FF2B5EF4-FFF2-40B4-BE49-F238E27FC236}">
                <a16:creationId xmlns:a16="http://schemas.microsoft.com/office/drawing/2014/main" id="{192698CF-4EFA-D958-0F69-B34E25B88E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902" y="3618707"/>
            <a:ext cx="10302240" cy="791029"/>
          </a:xfrm>
          <a:prstGeom prst="bevel">
            <a:avLst>
              <a:gd name="adj" fmla="val 0"/>
            </a:avLst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none" lIns="295200" tIns="147600" rIns="295200" bIns="147600" anchor="ctr"/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ko-KR" sz="3600" b="0" dirty="0">
                <a:solidFill>
                  <a:srgbClr val="7030A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1. </a:t>
            </a:r>
            <a:r>
              <a:rPr lang="ko-KR" altLang="en-US" sz="3600" b="0" dirty="0">
                <a:solidFill>
                  <a:srgbClr val="7030A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제작 배경 및 목적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1DE7F4-3429-9F4E-4CE4-6C1FD3DF4CE0}"/>
              </a:ext>
            </a:extLst>
          </p:cNvPr>
          <p:cNvSpPr txBox="1"/>
          <p:nvPr/>
        </p:nvSpPr>
        <p:spPr>
          <a:xfrm>
            <a:off x="11308187" y="17825748"/>
            <a:ext cx="9586063" cy="647889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457200" marR="0" indent="-457200" algn="just" fontAlgn="base" latinLnBrk="1">
              <a:lnSpc>
                <a:spcPct val="160000"/>
              </a:lnSpc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l"/>
            </a:pPr>
            <a:r>
              <a:rPr lang="ko-KR" altLang="en-US" sz="2700" kern="100" spc="0" dirty="0">
                <a:solidFill>
                  <a:srgbClr val="000000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목판의 기울기 값에 따른 휴지 잔량을 측정할 수 있음</a:t>
            </a:r>
            <a:endParaRPr lang="ko-KR" altLang="en-US" sz="27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457200" marR="0" indent="-457200" algn="just" fontAlgn="base" latinLnBrk="1">
              <a:lnSpc>
                <a:spcPct val="160000"/>
              </a:lnSpc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l"/>
            </a:pPr>
            <a:r>
              <a:rPr lang="ko-KR" altLang="en-US" sz="2700" kern="100" spc="0" dirty="0">
                <a:solidFill>
                  <a:srgbClr val="000000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변기 사로의 휴지 잔량별로 </a:t>
            </a:r>
            <a:r>
              <a:rPr lang="en-US" altLang="ko-KR" sz="2700" kern="100" spc="0" dirty="0">
                <a:solidFill>
                  <a:srgbClr val="000000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3</a:t>
            </a:r>
            <a:r>
              <a:rPr lang="ko-KR" altLang="en-US" sz="2700" kern="100" spc="0" dirty="0">
                <a:solidFill>
                  <a:srgbClr val="000000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분마다 어플의 동작을 설정함</a:t>
            </a:r>
            <a:endParaRPr lang="en-US" altLang="ko-KR" sz="2700" kern="100" spc="0" dirty="0">
              <a:solidFill>
                <a:srgbClr val="000000"/>
              </a:solidFill>
              <a:effectLst/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1371600" lvl="2" indent="-457200" algn="l">
              <a:lnSpc>
                <a:spcPct val="100000"/>
              </a:lnSpc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altLang="ko-KR" sz="2700" kern="100" dirty="0">
                <a:solidFill>
                  <a:srgbClr val="000000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20% </a:t>
            </a:r>
            <a:r>
              <a:rPr lang="ko-KR" altLang="en-US" sz="2700" kern="100" dirty="0">
                <a:solidFill>
                  <a:srgbClr val="000000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이상</a:t>
            </a:r>
            <a:r>
              <a:rPr lang="en-US" altLang="ko-KR" sz="2700" kern="100" dirty="0">
                <a:solidFill>
                  <a:srgbClr val="000000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:</a:t>
            </a:r>
            <a:r>
              <a:rPr lang="ko-KR" altLang="en-US" sz="2700" kern="100" dirty="0">
                <a:solidFill>
                  <a:srgbClr val="000000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회색 블록 표시</a:t>
            </a:r>
            <a:endParaRPr lang="en-US" altLang="ko-KR" sz="2700" kern="100" dirty="0">
              <a:solidFill>
                <a:srgbClr val="000000"/>
              </a:solidFill>
              <a:effectLst/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1371600" lvl="2" indent="-457200" algn="l">
              <a:lnSpc>
                <a:spcPct val="100000"/>
              </a:lnSpc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altLang="ko-KR" sz="2700" kern="100" dirty="0">
                <a:solidFill>
                  <a:srgbClr val="000000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20% </a:t>
            </a:r>
            <a:r>
              <a:rPr lang="ko-KR" altLang="en-US" sz="2700" kern="100" dirty="0">
                <a:solidFill>
                  <a:srgbClr val="000000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미만</a:t>
            </a:r>
            <a:r>
              <a:rPr lang="en-US" altLang="ko-KR" sz="2700" kern="100" dirty="0">
                <a:solidFill>
                  <a:srgbClr val="000000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: </a:t>
            </a:r>
            <a:r>
              <a:rPr lang="ko-KR" altLang="en-US" sz="2700" kern="100" dirty="0">
                <a:solidFill>
                  <a:srgbClr val="000000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노란색 블록 표시</a:t>
            </a:r>
            <a:endParaRPr lang="en-US" altLang="ko-KR" sz="2700" kern="100" dirty="0">
              <a:solidFill>
                <a:srgbClr val="000000"/>
              </a:solidFill>
              <a:effectLst/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1371600" lvl="2" indent="-457200" algn="l">
              <a:lnSpc>
                <a:spcPct val="100000"/>
              </a:lnSpc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altLang="ko-KR" sz="2700" kern="100" dirty="0">
                <a:solidFill>
                  <a:srgbClr val="000000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5% </a:t>
            </a:r>
            <a:r>
              <a:rPr lang="ko-KR" altLang="en-US" sz="2700" kern="100" dirty="0">
                <a:solidFill>
                  <a:srgbClr val="000000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미만</a:t>
            </a:r>
            <a:r>
              <a:rPr lang="en-US" altLang="ko-KR" sz="2700" kern="100" dirty="0">
                <a:solidFill>
                  <a:srgbClr val="000000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: </a:t>
            </a:r>
            <a:r>
              <a:rPr lang="ko-KR" altLang="en-US" sz="2700" kern="100" dirty="0">
                <a:solidFill>
                  <a:srgbClr val="000000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빨간색 블록 표시 및 알람 전송</a:t>
            </a:r>
            <a:endParaRPr lang="ko-KR" altLang="en-US" sz="2700" kern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457200" marR="0" indent="-457200" algn="just" fontAlgn="base" latinLnBrk="1">
              <a:lnSpc>
                <a:spcPct val="160000"/>
              </a:lnSpc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l"/>
            </a:pPr>
            <a:r>
              <a:rPr lang="ko-KR" altLang="en-US" sz="2700" kern="100" spc="0" dirty="0">
                <a:solidFill>
                  <a:srgbClr val="000000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다수의 </a:t>
            </a:r>
            <a:r>
              <a:rPr lang="ko-KR" altLang="en-US" sz="2700" kern="100" spc="0" dirty="0" err="1">
                <a:solidFill>
                  <a:srgbClr val="000000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휴지걸이를</a:t>
            </a:r>
            <a:r>
              <a:rPr lang="ko-KR" altLang="en-US" sz="2700" kern="100" spc="0" dirty="0">
                <a:solidFill>
                  <a:srgbClr val="000000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설치하여 여러 사로의 휴지 잔량을 </a:t>
            </a:r>
            <a:r>
              <a:rPr lang="en-US" altLang="ko-KR" sz="2700" kern="10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  </a:t>
            </a:r>
            <a:r>
              <a:rPr lang="ko-KR" altLang="en-US" sz="2700" kern="100" spc="0" dirty="0">
                <a:solidFill>
                  <a:srgbClr val="000000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어플을 통해 확인할 수 있음</a:t>
            </a:r>
            <a:endParaRPr lang="ko-KR" altLang="en-US" sz="27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457200" marR="0" indent="-457200" algn="just" fontAlgn="base" latinLnBrk="1">
              <a:lnSpc>
                <a:spcPct val="160000"/>
              </a:lnSpc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l"/>
            </a:pPr>
            <a:r>
              <a:rPr lang="ko-KR" altLang="en-US" sz="2700" kern="100" spc="0" dirty="0">
                <a:solidFill>
                  <a:srgbClr val="000000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일정 시간대 및 기간동안 사로 별로 발생한 알람 횟수를 파악할 수 있음 </a:t>
            </a:r>
            <a:endParaRPr lang="ko-KR" altLang="en-US" sz="27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949E08B2-CF58-B8CA-8415-58C019804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208" y="4967057"/>
            <a:ext cx="9010966" cy="5028514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E39EBE0-A77E-D6C8-7D5A-86C34BB5BB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920" y="16377428"/>
            <a:ext cx="9010966" cy="13447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B8A86D1-24A2-3E87-8E5E-3663EB8146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294" t="8590" r="7093" b="7865"/>
          <a:stretch/>
        </p:blipFill>
        <p:spPr>
          <a:xfrm>
            <a:off x="11899221" y="4987272"/>
            <a:ext cx="8356948" cy="453665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6DDBC137-5120-CAA0-9AE0-8F8EB04D79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99221" y="9819131"/>
            <a:ext cx="3714181" cy="800661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915C8EC-E034-68AE-ACE7-A2E041B95F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40969" y="9819131"/>
            <a:ext cx="3715200" cy="804960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9525" cap="flat" cmpd="sng" algn="ctr">
          <a:solidFill>
            <a:srgbClr val="000000"/>
          </a:solidFill>
          <a:prstDash val="solid"/>
          <a:round/>
          <a:headEnd w="med" len="med"/>
          <a:tailEnd w="med" len="med"/>
        </a:ln>
        <a:effectLst/>
      </a:spPr>
      <a:bodyPr vert="horz" wrap="square" lIns="295200" tIns="147600" rIns="295200" bIns="147600" numCol="1" anchor="t" anchorCtr="0" compatLnSpc="1">
        <a:prstTxWarp prst="textNoShape">
          <a:avLst/>
        </a:prstTxWarp>
      </a:bodyPr>
      <a:lstStyle>
        <a:defPPr marL="0" marR="0" indent="0" algn="ctr" defTabSz="690563" rtl="0" eaLnBrk="1" fontAlgn="base" latinLnBrk="1" hangingPunct="1">
          <a:lnSpc>
            <a:spcPct val="160000"/>
          </a:lnSpc>
          <a:spcBef>
            <a:spcPct val="50000"/>
          </a:spcBef>
          <a:spcAft>
            <a:spcPct val="0"/>
          </a:spcAft>
          <a:buClr>
            <a:srgbClr val="00CCFF"/>
          </a:buClr>
          <a:buFont typeface="Wingdings"/>
          <a:buNone/>
          <a:defRPr kumimoji="1" lang="ko-KR" altLang="en-US" sz="1400" b="1" i="0" u="none" strike="noStrike" cap="none" normalizeH="0" baseline="0" smtClean="0">
            <a:solidFill>
              <a:schemeClr val="tx1"/>
            </a:solidFill>
            <a:effectLst/>
            <a:latin typeface="굴림"/>
            <a:ea typeface="굴림"/>
          </a:defRPr>
        </a:defPPr>
      </a:lstStyle>
    </a:spDef>
    <a:lnDef>
      <a:spPr>
        <a:noFill/>
        <a:ln w="9525" cap="flat" cmpd="sng" algn="ctr">
          <a:solidFill>
            <a:srgbClr val="000000"/>
          </a:solidFill>
          <a:prstDash val="solid"/>
          <a:round/>
          <a:headEnd w="med" len="med"/>
          <a:tailEnd w="med" len="med"/>
        </a:ln>
        <a:effectLst/>
      </a:spPr>
      <a:bodyPr vert="horz" wrap="square" lIns="295200" tIns="147600" rIns="295200" bIns="147600" numCol="1" anchor="t" anchorCtr="0" compatLnSpc="1">
        <a:prstTxWarp prst="textNoShape">
          <a:avLst/>
        </a:prstTxWarp>
      </a:bodyPr>
      <a:lstStyle>
        <a:defPPr marL="0" marR="0" indent="0" algn="ctr" defTabSz="690563" rtl="0" eaLnBrk="1" fontAlgn="base" latinLnBrk="1" hangingPunct="1">
          <a:lnSpc>
            <a:spcPct val="160000"/>
          </a:lnSpc>
          <a:spcBef>
            <a:spcPct val="50000"/>
          </a:spcBef>
          <a:spcAft>
            <a:spcPct val="0"/>
          </a:spcAft>
          <a:buClr>
            <a:srgbClr val="00CCFF"/>
          </a:buClr>
          <a:buFont typeface="Wingdings"/>
          <a:buNone/>
          <a:defRPr kumimoji="1" lang="ko-KR" altLang="en-US" sz="1400" b="1" i="0" u="none" strike="noStrike" cap="none" normalizeH="0" baseline="0" smtClean="0">
            <a:solidFill>
              <a:schemeClr val="tx1"/>
            </a:solidFill>
            <a:effectLst/>
            <a:latin typeface="굴림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 panose="020F0302020204030204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</TotalTime>
  <Words>171</Words>
  <Application>Microsoft Office PowerPoint</Application>
  <PresentationFormat>사용자 지정</PresentationFormat>
  <Paragraphs>45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HY견고딕</vt:lpstr>
      <vt:lpstr>HY헤드라인M</vt:lpstr>
      <vt:lpstr>굴림</vt:lpstr>
      <vt:lpstr>한컴 고딕</vt:lpstr>
      <vt:lpstr>함초롬바탕</vt:lpstr>
      <vt:lpstr>Arial</vt:lpstr>
      <vt:lpstr>Wingdings</vt:lpstr>
      <vt:lpstr>기본 디자인</vt:lpstr>
      <vt:lpstr>PowerPoint 프레젠테이션</vt:lpstr>
    </vt:vector>
  </TitlesOfParts>
  <Manager/>
  <Company>한국해양대학교 전파공학과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최영근</dc:creator>
  <cp:lastModifiedBy>kihyun kim</cp:lastModifiedBy>
  <cp:revision>182</cp:revision>
  <dcterms:created xsi:type="dcterms:W3CDTF">2004-10-28T23:56:23Z</dcterms:created>
  <dcterms:modified xsi:type="dcterms:W3CDTF">2024-12-02T11:27:28Z</dcterms:modified>
  <cp:version/>
</cp:coreProperties>
</file>